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60e7217f6af948a9" /><Relationship Type="http://schemas.openxmlformats.org/package/2006/relationships/metadata/core-properties" Target="/docProps/core.xml" Id="R923fc30f56a6427d" /><Relationship Type="http://schemas.openxmlformats.org/officeDocument/2006/relationships/extended-properties" Target="/docProps/app.xml" Id="R9cfeceacd8df4899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1fa0dce385af4c38"/>
    <p:sldId id="257" r:id="R3be0a1316793400b"/>
    <p:sldId id="258" r:id="Rf9befd2829434d31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1fa0dce385af4c38" /><Relationship Type="http://schemas.openxmlformats.org/officeDocument/2006/relationships/slide" Target="/ppt/slides/slide2.xml" Id="R3be0a1316793400b" /><Relationship Type="http://schemas.openxmlformats.org/officeDocument/2006/relationships/slide" Target="/ppt/slides/slide3.xml" Id="Rf9befd2829434d31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005eba8233407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f7dd4d8e4944a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7d37c84242400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ca8b557ea048c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af0b420b97402c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b24df7c0548e4d4c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d42af8827c4df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d5108d19644c2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bb0227452741c6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1F3864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 xmlns:a="http://schemas.openxmlformats.org/drawingml/2006/main">
            <a:off x="1500000" y="2000000"/>
            <a:ext cx="9192000" cy="12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4000" b="1" dirty="0">
                <a:solidFill>
                  <a:srgbClr val="FFFFFF"/>
                </a:solidFill>
              </a:rPr>
              <a:t>2025 Annual Data Analysis Report</a:t>
            </a:r>
          </a:p>
        </p:txBody>
      </p:sp>
      <p:sp>
        <p:nvSpPr>
          <p:cNvPr id="3" name="Subtitle"/>
          <p:cNvSpPr/>
          <p:nvPr/>
        </p:nvSpPr>
        <p:spPr>
          <a:xfrm xmlns:a="http://schemas.openxmlformats.org/drawingml/2006/main">
            <a:off x="2500000" y="3500000"/>
            <a:ext cx="7192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000" dirty="0">
                <a:solidFill>
                  <a:srgbClr val="BDD7EE"/>
                </a:solidFill>
              </a:rPr>
              <a:t>Dept Comparison | Performance Overview | Financial Summary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 xmlns:a="http://schemas.openxmlformats.org/drawingml/2006/main">
            <a:off x="500000" y="200000"/>
            <a:ext cx="11192000" cy="6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800" b="1" dirty="0">
                <a:solidFill>
                  <a:srgbClr val="1F3864"/>
                </a:solidFill>
              </a:rPr>
              <a:t>Quarterly Sales by Department</a:t>
            </a:r>
          </a:p>
        </p:txBody>
      </p:sp>
      <p:graphicFrame>
        <p:nvGraphicFramePr>
          <p:cNvPr id="4" name="Table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500000" y="1000000"/>
          <a:ext xmlns:a="http://schemas.openxmlformats.org/drawingml/2006/main" cx="11192000" cy="4500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238400"/>
                <a:gridCol w="2238400"/>
                <a:gridCol w="2238400"/>
                <a:gridCol w="2238400"/>
                <a:gridCol w="2238400"/>
              </a:tblGrid>
              <a:tr h="7000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Department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Q1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Q2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Q3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Q4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7000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Engineering</a:t>
                      </a:r>
                    </a:p>
                  </a:txBody>
                  <a:tcPr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128,000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156,000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189,000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210,000</a:t>
                      </a:r>
                    </a:p>
                  </a:txBody>
                  <a:tcPr/>
                </a:tc>
              </a:tr>
              <a:tr h="7000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Marketing</a:t>
                      </a:r>
                    </a:p>
                  </a:txBody>
                  <a:tcPr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112,000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138,000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165,000</a:t>
                      </a:r>
                    </a:p>
                  </a:txBody>
                  <a:tcPr/>
                </a:tc>
              </a:tr>
              <a:tr h="7000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Operations</a:t>
                      </a:r>
                    </a:p>
                  </a:txBody>
                  <a:tcPr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76,000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89,000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118,000</a:t>
                      </a:r>
                    </a:p>
                  </a:txBody>
                  <a:tcPr/>
                </a:tc>
              </a:tr>
              <a:tr h="7000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Sales</a:t>
                      </a:r>
                    </a:p>
                  </a:txBody>
                  <a:tcPr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230,000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275,000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310,000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356,000</a:t>
                      </a:r>
                    </a:p>
                  </a:txBody>
                  <a:tcPr/>
                </a:tc>
              </a:tr>
              <a:tr h="7000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HR</a:t>
                      </a:r>
                    </a:p>
                  </a:txBody>
                  <a:tcPr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55,000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" name="TextBox 1"/>
          <p:cNvSpPr/>
          <p:nvPr/>
        </p:nvSpPr>
        <p:spPr>
          <a:xfrm xmlns:a="http://schemas.openxmlformats.org/drawingml/2006/main">
            <a:off x="500000" y="200000"/>
            <a:ext cx="11192000" cy="6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/>
              <a:t>Annual Sales Share by Department</a:t>
            </a:r>
          </a:p>
        </p:txBody>
      </p:sp>
      <p:sp>
        <p:nvSpPr>
          <p:cNvPr id="10001" name="TextBox 2"/>
          <p:cNvSpPr/>
          <p:nvPr/>
        </p:nvSpPr>
        <p:spPr>
          <a:xfrm xmlns:a="http://schemas.openxmlformats.org/drawingml/2006/main">
            <a:off x="1000000" y="1200000"/>
            <a:ext cx="10000000" cy="5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Engineering 683,000 (24.4%)</a:t>
            </a:r>
          </a:p>
        </p:txBody>
      </p:sp>
      <p:sp>
        <p:nvSpPr>
          <p:cNvPr id="10002" name="TextBox 3"/>
          <p:cNvSpPr/>
          <p:nvPr/>
        </p:nvSpPr>
        <p:spPr>
          <a:xfrm xmlns:a="http://schemas.openxmlformats.org/drawingml/2006/main">
            <a:off x="1000000" y="1900000"/>
            <a:ext cx="10000000" cy="5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Marketing 510,000 (18.2%)</a:t>
            </a:r>
          </a:p>
        </p:txBody>
      </p:sp>
      <p:sp>
        <p:nvSpPr>
          <p:cNvPr id="10003" name="TextBox 4"/>
          <p:cNvSpPr/>
          <p:nvPr/>
        </p:nvSpPr>
        <p:spPr>
          <a:xfrm xmlns:a="http://schemas.openxmlformats.org/drawingml/2006/main">
            <a:off x="1000000" y="2600000"/>
            <a:ext cx="10000000" cy="5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Operations 385,000 (13.7%)</a:t>
            </a:r>
          </a:p>
        </p:txBody>
      </p:sp>
      <p:sp>
        <p:nvSpPr>
          <p:cNvPr id="10004" name="TextBox 5"/>
          <p:cNvSpPr/>
          <p:nvPr/>
        </p:nvSpPr>
        <p:spPr>
          <a:xfrm xmlns:a="http://schemas.openxmlformats.org/drawingml/2006/main">
            <a:off x="1000000" y="3300000"/>
            <a:ext cx="10000000" cy="5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Sales 1,171,000 (41.8%)</a:t>
            </a:r>
          </a:p>
        </p:txBody>
      </p:sp>
      <p:sp>
        <p:nvSpPr>
          <p:cNvPr id="10005" name="TextBox 6"/>
          <p:cNvSpPr/>
          <p:nvPr/>
        </p:nvSpPr>
        <p:spPr>
          <a:xfrm xmlns:a="http://schemas.openxmlformats.org/drawingml/2006/main">
            <a:off x="1000000" y="4000000"/>
            <a:ext cx="10000000" cy="5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HR 200,000 (7.1%)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OfficeCLI/1.0.68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2026-05-06T19:25:15Z</dcterms:created>
  <cp:lastModifiedBy>OfficeCLI</cp:lastModifiedBy>
  <dcterms:modified xsi:type="dcterms:W3CDTF">2026-05-06T19:25:15Z</dcterms:modified>
</cp:coreProperties>
</file>